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6858000" cy="6858000"/>
          </a:xfrm>
          <a:prstGeom prst="ellipse">
            <a:avLst/>
          </a:prstGeom>
          <a:solidFill>
            <a:srgbClr val="5B21B6">
              <a:alpha val="45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3200400"/>
            <a:ext cx="6400800" cy="640080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-1371600"/>
            <a:ext cx="3657600" cy="3657600"/>
          </a:xfrm>
          <a:prstGeom prst="ellipse">
            <a:avLst/>
          </a:prstGeom>
          <a:solidFill>
            <a:srgbClr val="F472B6">
              <a:alpha val="25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64008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SUPERHEROES · IDENTITY &amp; ACCESS MANAGEMENT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Sourcing and Proofing — Solution Options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731520" y="4206240"/>
            <a:ext cx="329184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206240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provisioning → digital workflow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4206240"/>
            <a:ext cx="329184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4206240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keys, magic links, no passwords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4206240"/>
            <a:ext cx="329184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4B5FD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4206240"/>
            <a:ext cx="73152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275320" y="4709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Australian-resident infrastructure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Jerry Aravinthan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Identity Architect  ·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strategic identity initiatives, presented side-by-side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3657600" cy="1097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projects matter to the agency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22860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2286000"/>
            <a:ext cx="36576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 Portal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7200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driven new-hire provisioning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2286000"/>
            <a:ext cx="3657600" cy="1097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560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366760" y="3154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Proofing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6676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passwordless onboarding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297680"/>
            <a:ext cx="3657600" cy="1097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572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7724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77240" y="5623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system is built and protected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429768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43400" y="4297680"/>
            <a:ext cx="365760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572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57200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Outcomes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572000" y="5623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and security benefits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4297680"/>
            <a:ext cx="3657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38160" y="4297680"/>
            <a:ext cx="3657600" cy="1097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572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8366760" y="5166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366760" y="5623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production and beyond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initiatives, one identity strategy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modernise how identities enter, and are verified by, the department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212080" cy="393192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91440" cy="3931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onboarding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slow, error-prone, and creates downstream provisioning delays. At the same time,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password-based auth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identities exposed and offers no clean path to FIDO2 or phishing-resistant MFA.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297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 Portal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HR-to-IAM identity-creation pipeline.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passwordless identity proofing for existing users — closing the loop end-to-end.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2194560"/>
            <a:ext cx="5669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194560"/>
            <a:ext cx="5669280" cy="1097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423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 Portal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Magic-link driven new-hire identity creation, writing direct to the IAM Source of Truth.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4251960"/>
            <a:ext cx="5669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4251960"/>
            <a:ext cx="5669280" cy="10972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4754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Proofing Solution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09360" y="52578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— passwordless onboarding &amp; TAP-driven FIDO2 key registration for existing users.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Context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·  USER ONBOARDING PORTAL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HR submission to provisioned identity — automated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secure, end-to-end magic-link workflow that replaces the manual onboarding process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029200" cy="3931920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94560"/>
            <a:ext cx="5029200" cy="457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Onboarding Portal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submits a candidate's email and manager details. The portal generates a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magic link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emails the candidate, verifies identity via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pre-populates a form from Supabase, and writes the completed identity record straight to the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Source of Truth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ready for the IAM Solution (to be procured) to provision.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21945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468880"/>
            <a:ext cx="502920" cy="50292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6208" y="263347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21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633472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Magic Link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26480" y="3063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Single-use, 72-hour expiry, server-validated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23960" y="21945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98280" y="2468880"/>
            <a:ext cx="502920" cy="50292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560320"/>
            <a:ext cx="137160" cy="13716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8008" y="2724912"/>
            <a:ext cx="283464" cy="16459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3836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myID Identity Proof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0632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Digital ID before form fill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52160" y="42062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4480560"/>
            <a:ext cx="502920" cy="50292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590288"/>
            <a:ext cx="32004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690872"/>
            <a:ext cx="32004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791456"/>
            <a:ext cx="320040" cy="5486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480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 Form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26480" y="5074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flow Supabase → backend → form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823960" y="42062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98280" y="4480560"/>
            <a:ext cx="502920" cy="50292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89720" y="4590288"/>
            <a:ext cx="320040" cy="914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89720" y="4636008"/>
            <a:ext cx="320040" cy="2286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38360" y="4480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IAM Write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098280" y="5074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records inserted into Source of Truth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 · Overview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  ·  FLOW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happy path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orchestrated steps, fully automated from HR submission to provisioning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6568" y="2377440"/>
            <a:ext cx="2011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6568" y="2377440"/>
            <a:ext cx="2011680" cy="274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28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6568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Team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6568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candidate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6536" y="2948940"/>
            <a:ext cx="246888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2657704" y="2862072"/>
            <a:ext cx="128016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58288" y="2377440"/>
            <a:ext cx="2011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58288" y="2377440"/>
            <a:ext cx="2011680" cy="274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0400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58288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Backend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58288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+ send link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88256" y="2948940"/>
            <a:ext cx="246888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5400000">
            <a:off x="4989424" y="2862072"/>
            <a:ext cx="128016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90008" y="2377440"/>
            <a:ext cx="2011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90008" y="2377440"/>
            <a:ext cx="2011680" cy="274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572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90008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90008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myID identity proofing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19976" y="2948940"/>
            <a:ext cx="246888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400000">
            <a:off x="7321144" y="2862072"/>
            <a:ext cx="128016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1728" y="2377440"/>
            <a:ext cx="2011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21728" y="2377440"/>
            <a:ext cx="2011680" cy="274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6744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21728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21728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token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51696" y="2948940"/>
            <a:ext cx="246888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9652864" y="2862072"/>
            <a:ext cx="128016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53448" y="2377440"/>
            <a:ext cx="20116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53448" y="2377440"/>
            <a:ext cx="2011680" cy="2743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9916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753448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Source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753448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by IAM Solution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06908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96112" y="402336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submits candidate email + manager details via portal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48056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96112" y="443484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backend generates signed payload, creates magic link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489204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892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96112" y="484632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sends onboarding email containing the magic link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" y="530352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5303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96112" y="525780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clicks link → backend validates signature &amp; expiry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246778" y="406908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46778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94250" y="402336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authenticates via myID (Australian Digital ID proofing)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246778" y="448056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46778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94250" y="443484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requests candidate attributes from Supabase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246778" y="489204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246778" y="4892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94250" y="484632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returns attributes token (name, role, manager, etc.)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246778" y="530352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46778" y="5303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94250" y="525780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renders pre-populated form; candidate completes &amp; submits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944917" y="406908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44917" y="4069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292389" y="402336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inserts identity record into IAM Source of Truth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944917" y="4480560"/>
            <a:ext cx="256032" cy="25603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944917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292389" y="443484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Solution (to be procured) imports the record and provisions accounts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48640" y="5852160"/>
            <a:ext cx="10911535" cy="50292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8640" y="5852160"/>
            <a:ext cx="73152" cy="5029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" y="58521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path: </a:t>
            </a:r>
            <a:pPr indent="0" marL="0">
              <a:buNone/>
            </a:pPr>
            <a:r>
              <a:rPr lang="en-US" sz="12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or invalid links trigger an HR notification and a one-click reissue from the dashboard.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 · End-to-End Flow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  ·  SCREENS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screens across HR and Candidate portals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public-sector visual style, accessible-first, navigable in the React prototype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91440" cy="13258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Onboarding Request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candidate + manager details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2286000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5968" y="2286000"/>
            <a:ext cx="91440" cy="13258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0288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90288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Dashboard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0288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request table + notifications panel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83296" y="2286000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2286000"/>
            <a:ext cx="91440" cy="13258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57616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Reissue Magic Link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7616" y="3127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validity, audit-logged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76472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776472"/>
            <a:ext cx="91440" cy="13258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Link Auth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confirm + invitation code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5968" y="3776472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15968" y="3776472"/>
            <a:ext cx="91440" cy="13258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90288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Pre-populated Form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90288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token fills employment data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83296" y="3776472"/>
            <a:ext cx="36576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83296" y="3776472"/>
            <a:ext cx="91440" cy="13258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7616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57616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Confirmation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57616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number + next steps timeline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349240"/>
            <a:ext cx="10911535" cy="777240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3492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828800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749040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69280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589520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 (EntraID)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509760" y="53492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 · Screens &amp; Tech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·  IDENTITY PROOFING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SecureAuth — passwordless made simple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cloud-based identity-proofing portal that automates the path from email to FIDO2 security key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120640" cy="39319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2331720"/>
            <a:ext cx="1280160" cy="1280160"/>
          </a:xfrm>
          <a:prstGeom prst="ellipse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4937760"/>
            <a:ext cx="914400" cy="914400"/>
          </a:xfrm>
          <a:prstGeom prst="ellipse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Portal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 ·  Scalable  ·  Sovereign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3886200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email check vs Entra 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417880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133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auth vs Supabase store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471416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4256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 SSO for returning users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764024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471830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myID identity proofing before TAP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" y="5056632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50109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TAP via Microsoft Graph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5349240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5303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FIDO2 key registration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68680" y="564184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78992" y="5596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Australian infrastructure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2194560"/>
            <a:ext cx="5669280" cy="114300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194560"/>
            <a:ext cx="109728" cy="1143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4200" dirty="0"/>
          </a:p>
        </p:txBody>
      </p:sp>
      <p:sp>
        <p:nvSpPr>
          <p:cNvPr id="31" name="Text 29"/>
          <p:cNvSpPr/>
          <p:nvPr/>
        </p:nvSpPr>
        <p:spPr>
          <a:xfrm>
            <a:off x="8778240" y="23317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sign-in for existing users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35040" y="3520440"/>
            <a:ext cx="5669280" cy="114300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3520440"/>
            <a:ext cx="109728" cy="11430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657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8778240" y="3657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exposed in the browser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035040" y="4846320"/>
            <a:ext cx="5669280" cy="114300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4846320"/>
            <a:ext cx="109728" cy="1143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983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</a:t>
            </a:r>
            <a:endParaRPr lang="en-US" sz="4200" dirty="0"/>
          </a:p>
        </p:txBody>
      </p:sp>
      <p:sp>
        <p:nvSpPr>
          <p:cNvPr id="39" name="Text 37"/>
          <p:cNvSpPr/>
          <p:nvPr/>
        </p:nvSpPr>
        <p:spPr>
          <a:xfrm>
            <a:off x="8778240" y="49834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validity, single-use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Proofing · Overview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PROOFING  ·  JOURNEYS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user journeys, one passwordless outcome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journeys complete myID identity proofing before TAP issuance and FIDO2 registration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40280"/>
            <a:ext cx="5486400" cy="457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onboarding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63640" y="224028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2240280"/>
            <a:ext cx="5486400" cy="4572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sign-in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" y="3200400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25400" dir="5400000">
              <a:srgbClr val="2E106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32004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35295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email checked against Entra ID directory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959352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25400" dir="5400000">
              <a:srgbClr val="2E1065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39593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Login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4288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 validated vs Supabase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4718304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25400" dir="5400000">
              <a:srgbClr val="2E1065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4718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00200" y="47183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myID Authentication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5047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Digital ID identity proofing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477256"/>
            <a:ext cx="640080" cy="64008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25400" dir="5400000">
              <a:srgbClr val="2E1065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5477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00200" y="5477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Setup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00200" y="5806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issued → guided FIDO2 key registration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37960" y="3200400"/>
            <a:ext cx="640080" cy="64008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52400" dist="25400" dir="5400000">
              <a:srgbClr val="2E1065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3796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315200" y="32004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Microsoft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35295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MSAL popup; SSO against Entra ID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37960" y="3959352"/>
            <a:ext cx="640080" cy="64008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52400" dist="25400" dir="5400000">
              <a:srgbClr val="2E1065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37960" y="3959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315200" y="39593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Check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0" y="4288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pre-filled; Supabase verifies password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37960" y="4718304"/>
            <a:ext cx="640080" cy="64008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52400" dist="25400" dir="5400000">
              <a:srgbClr val="2E1065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37960" y="4718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315200" y="471830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myID Authentication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315200" y="50474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Digital ID identity proofing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37960" y="5477256"/>
            <a:ext cx="640080" cy="64008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52400" dist="25400" dir="5400000">
              <a:srgbClr val="2E1065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537960" y="54772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315200" y="5477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FIDO2 Registration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315200" y="5806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TAP → mysecurityinfo → register key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Proofing · User Journeys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solutions, complementary architectures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designs keep secrets server-side and rely on signed, single-use credentials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ONBOARDING PORTAL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8904" y="26060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8904" y="2606040"/>
            <a:ext cx="73152" cy="9601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1784" y="26609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Portal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1784" y="30449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22296" y="3063240"/>
            <a:ext cx="128016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2913736" y="2976372"/>
            <a:ext cx="109728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8600" y="26060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68600" y="2606040"/>
            <a:ext cx="73152" cy="9601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1480" y="26609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51480" y="30449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61992" y="3063240"/>
            <a:ext cx="128016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5400000">
            <a:off x="5053432" y="2976372"/>
            <a:ext cx="109728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08296" y="26060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08296" y="2606040"/>
            <a:ext cx="73152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91176" y="26609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91176" y="30449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01688" y="3063240"/>
            <a:ext cx="128016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7193128" y="2976372"/>
            <a:ext cx="109728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47992" y="26060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7992" y="2606040"/>
            <a:ext cx="73152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30872" y="26609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DB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30872" y="30449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41384" y="3063240"/>
            <a:ext cx="128016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5400000">
            <a:off x="9332824" y="2976372"/>
            <a:ext cx="109728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87688" y="26060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387688" y="2606040"/>
            <a:ext cx="73152" cy="9601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70568" y="26609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Solution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70568" y="30449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procured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PROOFING (SecureAuth)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8904" y="44348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28904" y="4434840"/>
            <a:ext cx="73152" cy="9601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1784" y="44897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Frontend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11784" y="48737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822296" y="4892040"/>
            <a:ext cx="128016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5400000">
            <a:off x="2913736" y="4805172"/>
            <a:ext cx="109728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68600" y="44348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968600" y="4434840"/>
            <a:ext cx="73152" cy="9601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51480" y="44897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Proxy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151480" y="48737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61992" y="4892040"/>
            <a:ext cx="128016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5400000">
            <a:off x="5053432" y="4805172"/>
            <a:ext cx="109728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08296" y="44348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108296" y="4434840"/>
            <a:ext cx="73152" cy="9601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91176" y="44897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291176" y="48737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101688" y="4892040"/>
            <a:ext cx="128016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5400000">
            <a:off x="7193128" y="4805172"/>
            <a:ext cx="109728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47992" y="44348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5B21B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7247992" y="4434840"/>
            <a:ext cx="73152" cy="9601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30872" y="44897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430872" y="48737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· FIDO2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241384" y="4892040"/>
            <a:ext cx="128016" cy="457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5400000">
            <a:off x="9332824" y="4805172"/>
            <a:ext cx="109728" cy="219456"/>
          </a:xfrm>
          <a:prstGeom prst="rtTriangl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87688" y="4434840"/>
            <a:ext cx="1975104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9387688" y="4434840"/>
            <a:ext cx="73152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70568" y="4489704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9570568" y="487375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48640" y="5897880"/>
            <a:ext cx="10911535" cy="502920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589788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principle:  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secrets stay server-side · all sensitive calls go through trusted proxies · all credentials are signed and single-use.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OFFICIAL — designed for trust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 align to ASD ISM, PSPF, Privacy Act 1988 and WCAG 2.1 AA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468880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Magic Links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secret, 72-hour expiry, single-use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219456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2468880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84648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Tokens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90288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attributes token never seen by browser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83296" y="2194560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39328" y="2468880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51976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Phishing-resistant FIDO2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57616" y="299923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cryptographically bound to domain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7647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4672" y="4050792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Controls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5811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 validity, single-use, Graph-issued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15968" y="377647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4050792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84648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Secrets in Browser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90288" y="45811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secret + JWT secret as encrypted env vars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83296" y="3776472"/>
            <a:ext cx="3657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39328" y="4050792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39328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951976" y="400507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57616" y="45811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 + bank data TLS in-transit, encrypted at rest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349240"/>
            <a:ext cx="10911535" cy="914400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422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Alignment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4400" y="5760720"/>
            <a:ext cx="73152" cy="411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8992" y="5715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ISM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78992" y="5961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Manual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0" y="5760720"/>
            <a:ext cx="73152" cy="411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22192" y="5715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PSPF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22192" y="5961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Protective Security Policy Framework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5760720"/>
            <a:ext cx="73152" cy="411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5715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65392" y="5961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 1988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144000" y="5760720"/>
            <a:ext cx="73152" cy="411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308592" y="5715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308592" y="5961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compliance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OUTCOMES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impact, security uplift, future-ready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systems, four outcomes that compound across the department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2670734" cy="1417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40280"/>
            <a:ext cx="2670734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41448"/>
            <a:ext cx="23049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31520" y="3127248"/>
            <a:ext cx="23049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New-hire to provisioned identity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56534" y="2240280"/>
            <a:ext cx="2670734" cy="1417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6534" y="2240280"/>
            <a:ext cx="2670734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9414" y="2441448"/>
            <a:ext cx="23049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539414" y="3127248"/>
            <a:ext cx="23049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onboarding pathway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4428" y="2240280"/>
            <a:ext cx="2670734" cy="1417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4428" y="2240280"/>
            <a:ext cx="2670734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7308" y="2441448"/>
            <a:ext cx="23049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347308" y="3127248"/>
            <a:ext cx="23049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Existing-user SSO sign-in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72321" y="2240280"/>
            <a:ext cx="2670734" cy="1417320"/>
          </a:xfrm>
          <a:prstGeom prst="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72321" y="2240280"/>
            <a:ext cx="2670734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5201" y="2441448"/>
            <a:ext cx="23049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155201" y="3127248"/>
            <a:ext cx="23049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exposed to the browser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931920"/>
            <a:ext cx="91440" cy="10515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4462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provisioning replaced by automation — fewer tickets, faster start dates, less admin load on HR and IAM.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393192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3931920"/>
            <a:ext cx="91440" cy="10515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4069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0" y="446227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and staff move through accessible, step-by-step flows with clear feedback and no password friction.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12064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5120640"/>
            <a:ext cx="91440" cy="10515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Identity Posture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2960" y="56509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magic links, server-side tokens, FIDO2 keys — phishing-resistant from day one.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5120640"/>
            <a:ext cx="5486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5120640"/>
            <a:ext cx="91440" cy="10515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5257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Platform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83680" y="56509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Australian infrastructure; clear path to MuleSoft and additional identity providers.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Outcomes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90527" y="0"/>
            <a:ext cx="201168" cy="6858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990527" y="0"/>
            <a:ext cx="201168" cy="14630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128016" cy="12801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6692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sequencing across both initiatives, with management sign-off as the trigger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545775" cy="36576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12946" y="3108960"/>
            <a:ext cx="329184" cy="32918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12946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1926275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703320"/>
            <a:ext cx="1926275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931920"/>
            <a:ext cx="1651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HLD Sign-off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66344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approval; security &amp; privacy review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22101" y="3108960"/>
            <a:ext cx="329184" cy="329184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01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32115" y="25146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23555" y="3703320"/>
            <a:ext cx="1926275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23555" y="3703320"/>
            <a:ext cx="1926275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60715" y="3931920"/>
            <a:ext cx="1651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Pilot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60715" y="466344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rollout to NDIS team; collect telemetry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31256" y="3108960"/>
            <a:ext cx="329184" cy="32918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31256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41270" y="25146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32710" y="3703320"/>
            <a:ext cx="1926275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32710" y="3703320"/>
            <a:ext cx="1926275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9870" y="3931920"/>
            <a:ext cx="1651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 + Build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69870" y="466344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specs, schema, IAM Solution procurement, MVP build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0411" y="3108960"/>
            <a:ext cx="329184" cy="329184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0411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50425" y="25146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41865" y="3703320"/>
            <a:ext cx="1926275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41865" y="3703320"/>
            <a:ext cx="1926275" cy="731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9025" y="3931920"/>
            <a:ext cx="1651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SecureAuth GA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79025" y="466344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rollout across the department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49566" y="3108960"/>
            <a:ext cx="329184" cy="32918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566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259580" y="2514600"/>
            <a:ext cx="21091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351020" y="3703320"/>
            <a:ext cx="1926275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77800" dist="38100" dir="5400000">
              <a:srgbClr val="2E1065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351020" y="3703320"/>
            <a:ext cx="1926275" cy="7315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88180" y="3931920"/>
            <a:ext cx="16519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Portal GA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488180" y="4663440"/>
            <a:ext cx="16519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magic-link onboarding for new hires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989320"/>
            <a:ext cx="10911535" cy="411480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5989320"/>
            <a:ext cx="73152" cy="4114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7240" y="59893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of management:  </a:t>
            </a:r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HLD · approve PIA &amp; security review timing · greenlight SecureAuth pilot scope.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IDENTITY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52648" y="647395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Next Steps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168335" y="6473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of Superheroes · IAM ·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5B21B6">
              <a:alpha val="40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3657600"/>
            <a:ext cx="4572000" cy="457200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572000"/>
            <a:ext cx="2286000" cy="2286000"/>
          </a:xfrm>
          <a:prstGeom prst="ellipse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31720"/>
            <a:ext cx="640080" cy="5486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any architecture detail, screen, or roadmap item.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4937760"/>
            <a:ext cx="5943600" cy="12801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937760"/>
            <a:ext cx="91440" cy="1280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5029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Jerry Aravinthan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5440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Architect  ·  Digital Transformation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58064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aravinthan.natarajan@gmail.com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Agency Identity — Identity Sourcing and Proofing solution options</dc:title>
  <dc:subject>PptxGenJS Presentation</dc:subject>
  <dc:creator>Jerry Aravinthan</dc:creator>
  <cp:lastModifiedBy>Jerry Aravinthan</cp:lastModifiedBy>
  <cp:revision>1</cp:revision>
  <dcterms:created xsi:type="dcterms:W3CDTF">2026-05-11T08:10:55Z</dcterms:created>
  <dcterms:modified xsi:type="dcterms:W3CDTF">2026-05-11T08:10:55Z</dcterms:modified>
</cp:coreProperties>
</file>